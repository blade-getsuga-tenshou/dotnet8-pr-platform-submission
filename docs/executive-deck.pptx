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Re-scope the migration, don't accelerate or pause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Repos are ahead of plan, pipelines are behind</a:t>
            </a:r>
          </a:p>
          <a:p>
            <a:pPr>
              <a:defRPr sz="2200"/>
            </a:pPr>
            <a:r>
              <a:t>Moving repos without pipelines splits teams across two platforms</a:t>
            </a:r>
          </a:p>
          <a:p>
            <a:pPr>
              <a:defRPr sz="2200"/>
            </a:pPr>
            <a:r>
              <a:t>Pausing stops progress and measurement</a:t>
            </a:r>
          </a:p>
          <a:p>
            <a:pPr>
              <a:defRPr sz="2200"/>
            </a:pPr>
            <a:r>
              <a:t>Decision needed: approve the re-scope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The mechanism works; the metrics are not yet trustworthy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Converted pipeline passes on every pull request</a:t>
            </a:r>
          </a:p>
          <a:p>
            <a:pPr>
              <a:defRPr sz="2200"/>
            </a:pPr>
            <a:r>
              <a:t>Required check blocks merges that fail</a:t>
            </a:r>
          </a:p>
          <a:p>
            <a:pPr>
              <a:defRPr sz="2200"/>
            </a:pPr>
            <a:r>
              <a:t>Only 14.9% of builds link to a commit</a:t>
            </a:r>
          </a:p>
          <a:p>
            <a:pPr>
              <a:defRPr sz="2200"/>
            </a:pPr>
            <a:r>
              <a:t>Lead time is labelled partial until linkage improves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Move repos only with their pipelines, in three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Wave 1: standard products, simple pipelines, pilot teams</a:t>
            </a:r>
          </a:p>
          <a:p>
            <a:pPr>
              <a:defRPr sz="2200"/>
            </a:pPr>
            <a:r>
              <a:t>Wave 2: complex pipelines, after shared workflows are extended</a:t>
            </a:r>
          </a:p>
          <a:p>
            <a:pPr>
              <a:defRPr sz="2200"/>
            </a:pPr>
            <a:r>
              <a:t>Wave 3: legacy products, after a runner decision per product</a:t>
            </a:r>
          </a:p>
          <a:p>
            <a:pPr>
              <a:defRPr sz="2200"/>
            </a:pPr>
            <a:r>
              <a:t>First 90 days: inventory 1,500 pipelines, pilot, name a metric owner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Enforce in stages, publish only trusted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Audit mode first, then required checks, then enforcement</a:t>
            </a:r>
          </a:p>
          <a:p>
            <a:pPr>
              <a:defRPr sz="2200"/>
            </a:pPr>
            <a:r>
              <a:t>Stable check names, so a rename does not block every merge</a:t>
            </a:r>
          </a:p>
          <a:p>
            <a:pPr>
              <a:defRPr sz="2200"/>
            </a:pPr>
            <a:r>
              <a:t>One metric owner; every number shows its coverage</a:t>
            </a:r>
          </a:p>
          <a:p>
            <a:pPr>
              <a:defRPr sz="2200"/>
            </a:pPr>
            <a:r>
              <a:t>Exceptions have an owner and an expiry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Three decisions needed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CTO: approve the re-scope, name the metric owner, set the end-state date</a:t>
            </a:r>
          </a:p>
          <a:p>
            <a:pPr>
              <a:defRPr sz="2200"/>
            </a:pPr>
            <a:r>
              <a:t>Security: approve phased enforcement and the legacy runner standard</a:t>
            </a:r>
          </a:p>
          <a:p>
            <a:pPr>
              <a:defRPr sz="2200"/>
            </a:pPr>
            <a:r>
              <a:t>Product: agree which products move first and how friction is measured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